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Microbiome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0D8"/>
                </a:solidFill>
              </a:defRPr>
            </a:pPr>
            <a:r>
              <a:t>6-Stage Relevance Filtering Pipeline with Active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8A6FF"/>
                </a:solidFill>
              </a:defRPr>
            </a:pPr>
            <a:r>
              <a:t>Python • Hugging Face • Ollama • scikit-learn • Neo4j •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GOAL: Build a knowledge graph of human microbiome → disease → treatment links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from published papers that contain actual metagenomic sequencing data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THE CHALLENGE: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Searching 'human microbiome' across 7 APIs returns ~100,000 papers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More than half are irrelevant (animal studies, soil, food, pure pathogen)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Reading each paper with an LLM takes ~3 seconds = 83 hours for 100K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Manual review at this scale is impossible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OUR APPROACH: A 6-stage funnel filter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Cheap/fast checks first (keywords, metadata) — handle 95% of papers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Expensive LLM only for the ~5% that are genuinely ambiguous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The system learns from its own decisions and improves over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Pipeline Overview: How Papers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Think of it like a series of increasingly smart checkpoints: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Paper arrives → Stage 1: Does PubMed say it's about human microbiome?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unsure    → Stage 2: Do keywords match? (gut microbiome +0.2, soil -0.3)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borderline → Gate: Does it mention actual sequencing data?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still unsure → Stage 3: ML model reads title+abstract semantically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still unsure → Stage 3.5: Compare to papers we've already classified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STILL unsure → Stage 4: LLM reads and decides (expensive, ~4% of papers)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KEY INSIGHT: Each stage is 10-100x more expensive than the previous.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By filtering early, we save enormous computation at scale.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sentence-transformers (384-dim embeddings) + LogisticRegression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+ cosine similarity + Ollama LLM (qwen2.5:1.5b, local inference)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Collection: 7 Academic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We fetch papers from 7 sources simultaneously: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PubMed (NCBI) — gold standard, has MeSH terms (librarian-curated tags)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Europe PMC — European mirror, full-text access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Semantic Scholar — AI-extracted metadata, citation graphs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OpenAlex — 250M+ works, open bibliometric data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Crossref — DOI registry, funder information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CORE — Open access full-text repository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 DETAILS: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Rate-limited clients with exponential backoff (per-source config)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Cursor-based pagination for incremental fetching across runs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3-layer deduplication: content_hash (SHA-256) + DOI + PMID matching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Data model: Pydantic BaseModel (PaperRecord) with 15+ fields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2984 raw papers → 2891 unique (93 duplicates removed)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Stage 1: MeSH Metadata Filter (PubMed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WHAT: PubMed papers have 'MeSH terms' — tags assigned by trained librarians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who actually read the paper. This is ground truth, not a prediction.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HOW IT WORKS: Simple boolean logic on tag presence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Has microbiome tag + human tag, no animal → KEEP (confidence: 0.90)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Has microbiome tag + animal tag only    → REJECT (confidence: 0.05)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Has microbiome tag but unclear          → Pass to Stage 2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config/stage1_mesh.yaml contains 303 microbiome terms,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120 human-subject terms, 248 animal terms. O(1) set lookup.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Module: collectors/metadata_filter.py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WHY FIRST: Zero false-positive rate, costs nothing to compute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434 papers confidently accepted (15% resolved instantly)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Stage 2: Weighted Keyword Scoring (All Sources)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WHAT: Scans the paper's text for relevant/irrelevant keywords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Each keyword has a weight. Positive terms add, negative terms subtract.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text = title + abstract + keywords + journal (lowercased)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score = sum of all matching term weights, normalized to [0, 1]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Score ≥ 0.70 → KEEP | Score &lt; 0.40 → REJECT | Middle → BORDERLINE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EXAMPLES: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'gut microbiome' +0.20, '16S rRNA' +0.15, 'FMT' +0.15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'mouse model' -0.25, 'zebrafish' -0.25, 'soil' -0.30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Hundreds of terms in config/stage2_rules.yaml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Thresholds auto-calibrated from data distribution (stage2_calibrator.py)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Multi-word terms checked first (longest match priority)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2230 papers resolved — the workhorse stage (77% of all papers)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Metagenomics Gate: Does the Paper Have Real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WHAT: Our project needs papers with actual sequencing data — not just reviews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that discuss microbiome conceptually. This gate enforces that requirement.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Scan title + abstract for any of 228 data-related terms (substring match)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If no match → soft reject (paper has no data component)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TERM CATEGORIES: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Sequencing: 16S, shotgun, nanopore, illumina, paired-end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QC/Preprocessing: FastQC, Trimmomatic, fastp, KneadData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Profiling: QIIME, MetaPhlAn, Kraken, DADA2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Data repositories: SRA, PRJNA, BioProject, FASTQ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config/metagenomics_gate.yaml, toggleable via .env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METAGENOMICS_GATE_ENABLED=true/false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14 papers rejected (had microbiome keywords but zero data content)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Stage 3: ML Classifier (Self-Supervised Learning)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WHAT: A machine learning model that 'reads' the paper semantically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and predicts relevance probability. Trained without manual labeling.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1. Encode title+abstract → 384-dimensional vector (sentence-transformers)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2. Feed vector to LogisticRegression → probability (0.0 to 1.0)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3. prob ≥ 0.85 → KEEP | prob ≤ 0.15 → REJECT | else → BORDERLINE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TRAINING (self-supervised — no human annotation needed):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Stage 2 high-confidence papers become pseudo-labels automatically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Hard negative mining prioritizes ambiguous papers for training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5-fold cross-validation, F1 = 0.93 on 21,518 training papers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all-MiniLM-L6-v2 encoder, saga solver, auto-threshold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optimization via precision/recall sweep. Module: collectors/ml_classifier.py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98 papers resolved (18 kept, 80 rejected)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Stage 3.5: Embedding Similarity (Self-Improving)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8525"/>
            <a:ext cx="10515600" cy="55022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CONCEPT: If we've already classified 500 papers, why not just compare a new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paper to those? If it's very similar to known-relevant papers → accept it.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HOW IT WORKS: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1. Turn the new paper into a 384-dim vector (embedding)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2. Measure cosine similarity to the closest known-relevant paper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3. Measure cosine similarity to the closest known-irrelevant paper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4. If pos_sim ≥ 0.85 AND neg_sim &lt; 0.60 → KEEP (very similar to relevant)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   If neg_sim ≥ 0.85 AND pos_sim &lt; 0.60 → REJECT (similar to irrelevant)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   Otherwise → ask the Disagreement Router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THE KEY INNOVATION — it learns from itself: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After every pipeline run, confident decisions feed back into the store.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More stored papers = better boundaries = fewer uncertain papers = less LLM.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TECHNICAL: NumPy brute-force cosine sim, &lt;50ms at 100K vectors.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Store: data/embeddings/{positive,negative}.npy + metadata JSON.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Interface protocol allows FAISS swap at 500K+ vectors without code changes.</a:t>
            </a:r>
            <a:endParaRPr sz="1500"/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rPr sz="1500"/>
              <a:t>  CURRENT: 226 positive + 243 negative papers (Phase 2 active)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Disagreement Router + Stage 4: LLM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THE ROUTER decides: can we trust Stage 3.5, or do we need the LLM?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Route to LLM if: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 • Stage 2 and Stage 3.5 disagree (one keeps, other rejects) — conflict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 • Blended confidence is in the 'grey zone' [0.40, 0.70] — uncertain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Accept Stage 3.5 verdict (no LLM) if: both agree AND confidence is clear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STAGE 4 — LLM VERIFIER (only for truly ambiguous papers):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Model: Ollama qwen2.5:1.5b (runs locally, no cloud, no cost)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3 cost-reduction layers: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 1. Content-hash cache: same paper never verified twice (across runs)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 2. Semantic cache: cosine &gt; 0.97 = near-duplicate → reuse verdict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 3. Batched: 16 papers per Ollama call (structured JSON prompt/response)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Retry: parse failure → split batch in half → retry sub-batches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Only 115 LLM calls for 2891 papers (4% verification rate!)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As the embedding store grows → disagreements shrink → LLM calls ↓ further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Post-Processing: Growth, Metrics,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After ALL papers are evaluated, three things happen: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1. EMBEDDING STORE GROWTH (self-improvement):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Confident keep (score ≥ 0.80) → paper added to positive partition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Confident reject (score ≤ 0.20) → paper added to negative partition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Borderline → skipped (no feedback from uncertain decisions)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This makes Stage 3.5 smarter for the next run.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2. PIPELINE METRICS (observability):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Appends JSONL record: per-stage counts, LLM calls, cache hits,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embedding store sizes, avg/p95 query latency. File: pipeline_runs.jsonl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3. REJECTED PAPERS CSV (human-readable audit):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title | DOI | source | stage | score | reason (plain English)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Technical reasons auto-translated: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'ml_prob=0.07' → 'ML confidence very low — paper unlikely relevant'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 LLM reasons passed through as-is (already natural language)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Scaling Strategy: The Pipeline Gets Cheaper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PHASE 1 — FOUNDATION (store &lt; 50 papers per partition)     ✓ DONE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3.5 says 'not enough data' → all borderline → LLM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LLM rate: ~4% (Stages 1+2+3 already handle 96%!)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PHASE 2 — LEARNING LOOP (50-2000 papers)                   ← WE ARE HERE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3.5 starts making autonomous KEEP/REJECT decisions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Disagreement router blocks unnecessary LLM calls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Every run adds papers to the store → better next time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Expected LLM rate: ~2%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PHASE 3 — SCALE HARDENING (2000+ papers):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Hybrid meta-classifier combines ALL signals into one calibrated score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Platt scaling gives true probability (0.9 = really 90% sure)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Weekly auto-retrain, monthly drift detection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Expected LLM rate: &lt;1%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TARGET: 100,000 papers with &lt;20% ever needing LLM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2-3: Hybrid Classifier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HYBRID META-CLASSIFIER (activates at 2000+ papers):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Combines 4 signals: rule_score + pos_similarity + neg_similarity + ml_prob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Model: LogisticRegression trained on LLM-verified papers (ground truth)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Quality gate: F1 &lt; 0.80 → discard model, keep previous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Platt calibration: raw logits → true probabilities (monotonic sigmoid)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ACTIVE LEARNING RETRAIN (weekly):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Trigger: ≥100 new LLM-verified papers since last training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Auto-retrain → evaluate F1 → accept or discard → hot-reload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DRIFT MONITORING (monthly):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Sample max(ceil(N × 0.01), 10) automated decisions for manual review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Detects if classification quality is degrading over time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Output: drift_review_YYYYMM.json for human inspection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TECHNICAL: collectors/hybrid_classifier.py, collectors/calibration.py,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scripts/drift_monitor.py, scheduler/jobs.py (daily/weekly/monthly)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Testing: 19 Property-Based Correctness Proofs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APPROACH: Property-Based Testing (Hypothesis framework)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Instead of testing a few examples, we test PROPERTIES that must hold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for ALL possible inputs. Hypothesis generates 100+ random test cases.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KEY PROPERTIES VERIFIED: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Embedding output: always finite, correct shape, non-zero norm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Partition isolation: positive and negative never mix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Stage 3.5 thresholds: decision matches rules EXACTLY for any input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Router logic: routing matches spec for ANY combination of verdicts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Batch invariant: ceil(N/16) batches, each ≤16, union = original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Cache: similarity &gt; 0.97 → hit, ≤ 0.97 → miss (always)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Platt scaling: monotonic (a &lt; b → calibrate(a) ≤ calibrate(b))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Drift sampling: always ≥10 papers when population ≥10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• Metrics: stage counts always sum to total_papers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RESULT: 43 tests pass / 1 known float precision edge case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This gives formal confidence the pipeline behaves correctly at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Production Results: First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38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INPUT: 2984 papers from 6 APIs → 2891 unique after deduplication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STAGE BREAKDOWN: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1 (MeSH metadata):        434 accepted    (15%)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2 (Keyword scoring):      1504 accepted, 726 rejected (77%)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Metagenomics Gate:               14 rejected    (0.5%)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3 (ML classifier):         18 accepted, 80 rejected (3.4%)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3.5 (Embedding sim):        0 — insufficient data (expected</a:t>
            </a:r>
            <a:r>
              <a:rPr lang="en-US"/>
              <a:t> now will start filtering from next run)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Stage 4 (LLM verifier):          16 accepted, 99 rejected (4%)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FINAL: 1970 kept (68%) | 921 removed (31%) | 16 review queue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LLM EFFICIENCY: Only 115/2891 papers needed LLM = 4% verification rate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TIME: ~6.5 min filtering + 21 min PMC full-text enrichment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EMBEDDING STORE: Seeded with 226 positive + 243 negative (Phase 2 ready)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LANGUAGE: Python 3.12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ML/NLP: sentence-transformers 2.7 (SPECTER2, all-MiniLM-L6-v2)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scikit-learn 1.5 (LogisticRegression, cross-validation, Platt scaling)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NumPy 1.26 (brute-force cosine similarity, .npy vector storage)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Ollama (qwen2.5:1.5b — local LLM, no GPU required)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DATA: 7 rate-limited API clients, Pydantic data models, YAML configs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  filelock (concurrent-safe embedding store), JSONL metrics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TESTING: pytest + Hypothesis (property-based, 19 properties, 44 tests)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LOGGING: loguru (structured, file rotation, console)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DOWNSTREAM: BioBERT NER → Entity Resolution → Neo4j KG → FastAPI</a:t>
            </a: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8D0D8"/>
                </a:solidFill>
              </a:defRPr>
            </a:pPr>
            <a:r>
              <a:t>INFRASTRUCTURE: Runs on MacBook Air M1. No cloud. No GPU. No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0D8"/>
                </a:solidFill>
              </a:defRPr>
            </a:pPr>
            <a:r>
              <a:t>6-stage cascade • 4% LLM rate • Self-improving feedback loop</a:t>
            </a:r>
            <a:br/>
            <a:r>
              <a:t>19 property tests • Full audit trail • Zero cloud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8A6FF"/>
                </a:solidFill>
              </a:defRPr>
            </a:pPr>
            <a:r>
              <a:t>Next: grow store → Phase 2 fully active → &lt;1% LLM at 100K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12531</Words>
  <Application>WPS Presentation</Application>
  <PresentationFormat>On-screen Show (4:3)</PresentationFormat>
  <Paragraphs>298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Shivanshu Kumar Singh</cp:lastModifiedBy>
  <cp:revision>2</cp:revision>
  <dcterms:created xsi:type="dcterms:W3CDTF">2026-06-23T22:19:52Z</dcterms:created>
  <dcterms:modified xsi:type="dcterms:W3CDTF">2026-06-23T22:19:52Z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A5C90C35C76300BF88063B6A3B8479B9_42</vt:lpwstr>
  </property>
  <property fmtid="{D5CDD505-2E9C-101B-9397-08002B2CF9AE}" pid="3" name="KSOProductBuildVer">
    <vt:lpwstr>1033-12.1.26015.26015</vt:lpwstr>
  </property>
</Properties>
</file>